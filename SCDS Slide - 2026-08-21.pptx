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70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6" autoAdjust="0"/>
    <p:restoredTop sz="94660"/>
  </p:normalViewPr>
  <p:slideViewPr>
    <p:cSldViewPr snapToGrid="0">
      <p:cViewPr varScale="1">
        <p:scale>
          <a:sx n="48" d="100"/>
          <a:sy n="48" d="100"/>
        </p:scale>
        <p:origin x="7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 Pratt" userId="c2433739-86b6-427e-9f73-fea160e85c51" providerId="ADAL" clId="{E6296015-A85C-45E8-9790-18D5B5FDD172}"/>
    <pc:docChg chg="undo custSel addSld modSld">
      <pc:chgData name="Isaac  Pratt" userId="c2433739-86b6-427e-9f73-fea160e85c51" providerId="ADAL" clId="{E6296015-A85C-45E8-9790-18D5B5FDD172}" dt="2026-03-10T15:14:47.624" v="12" actId="20577"/>
      <pc:docMkLst>
        <pc:docMk/>
      </pc:docMkLst>
      <pc:sldChg chg="addSp delSp mod">
        <pc:chgData name="Isaac  Pratt" userId="c2433739-86b6-427e-9f73-fea160e85c51" providerId="ADAL" clId="{E6296015-A85C-45E8-9790-18D5B5FDD172}" dt="2026-03-10T15:12:14.181" v="3" actId="478"/>
        <pc:sldMkLst>
          <pc:docMk/>
          <pc:sldMk cId="2965404950" sldId="700"/>
        </pc:sldMkLst>
        <pc:spChg chg="add del">
          <ac:chgData name="Isaac  Pratt" userId="c2433739-86b6-427e-9f73-fea160e85c51" providerId="ADAL" clId="{E6296015-A85C-45E8-9790-18D5B5FDD172}" dt="2026-03-10T15:12:14.181" v="3" actId="478"/>
          <ac:spMkLst>
            <pc:docMk/>
            <pc:sldMk cId="2965404950" sldId="700"/>
            <ac:spMk id="6" creationId="{2621E092-6CC6-9E65-33BD-DDDFD1277F3B}"/>
          </ac:spMkLst>
        </pc:spChg>
      </pc:sldChg>
      <pc:sldChg chg="delSp modSp add mod">
        <pc:chgData name="Isaac  Pratt" userId="c2433739-86b6-427e-9f73-fea160e85c51" providerId="ADAL" clId="{E6296015-A85C-45E8-9790-18D5B5FDD172}" dt="2026-03-10T15:14:47.624" v="12" actId="20577"/>
        <pc:sldMkLst>
          <pc:docMk/>
          <pc:sldMk cId="1013729392" sldId="701"/>
        </pc:sldMkLst>
        <pc:spChg chg="mod">
          <ac:chgData name="Isaac  Pratt" userId="c2433739-86b6-427e-9f73-fea160e85c51" providerId="ADAL" clId="{E6296015-A85C-45E8-9790-18D5B5FDD172}" dt="2026-03-10T15:14:35.081" v="11" actId="1076"/>
          <ac:spMkLst>
            <pc:docMk/>
            <pc:sldMk cId="1013729392" sldId="701"/>
            <ac:spMk id="3" creationId="{5CB1EC01-9EC4-1CDD-9DFE-49DF67FA860C}"/>
          </ac:spMkLst>
        </pc:spChg>
        <pc:spChg chg="del">
          <ac:chgData name="Isaac  Pratt" userId="c2433739-86b6-427e-9f73-fea160e85c51" providerId="ADAL" clId="{E6296015-A85C-45E8-9790-18D5B5FDD172}" dt="2026-03-10T15:12:11.314" v="2" actId="478"/>
          <ac:spMkLst>
            <pc:docMk/>
            <pc:sldMk cId="1013729392" sldId="701"/>
            <ac:spMk id="6" creationId="{FB573957-6AA8-839D-940C-F9E55CB7526C}"/>
          </ac:spMkLst>
        </pc:spChg>
        <pc:spChg chg="mod">
          <ac:chgData name="Isaac  Pratt" userId="c2433739-86b6-427e-9f73-fea160e85c51" providerId="ADAL" clId="{E6296015-A85C-45E8-9790-18D5B5FDD172}" dt="2026-03-10T15:13:54.540" v="5" actId="20577"/>
          <ac:spMkLst>
            <pc:docMk/>
            <pc:sldMk cId="1013729392" sldId="701"/>
            <ac:spMk id="25" creationId="{82D2DBD9-E3FE-1E7F-637B-691A78D9659F}"/>
          </ac:spMkLst>
        </pc:spChg>
        <pc:spChg chg="mod">
          <ac:chgData name="Isaac  Pratt" userId="c2433739-86b6-427e-9f73-fea160e85c51" providerId="ADAL" clId="{E6296015-A85C-45E8-9790-18D5B5FDD172}" dt="2026-03-10T15:14:19.561" v="8" actId="20577"/>
          <ac:spMkLst>
            <pc:docMk/>
            <pc:sldMk cId="1013729392" sldId="701"/>
            <ac:spMk id="26" creationId="{03E8453B-AE49-0255-8092-48D1DB716374}"/>
          </ac:spMkLst>
        </pc:spChg>
        <pc:spChg chg="mod">
          <ac:chgData name="Isaac  Pratt" userId="c2433739-86b6-427e-9f73-fea160e85c51" providerId="ADAL" clId="{E6296015-A85C-45E8-9790-18D5B5FDD172}" dt="2026-03-10T15:13:59.561" v="6" actId="20577"/>
          <ac:spMkLst>
            <pc:docMk/>
            <pc:sldMk cId="1013729392" sldId="701"/>
            <ac:spMk id="27" creationId="{17B6E518-6780-5F30-B8FF-AD36DC3EC8F9}"/>
          </ac:spMkLst>
        </pc:spChg>
        <pc:spChg chg="mod">
          <ac:chgData name="Isaac  Pratt" userId="c2433739-86b6-427e-9f73-fea160e85c51" providerId="ADAL" clId="{E6296015-A85C-45E8-9790-18D5B5FDD172}" dt="2026-03-10T15:14:47.624" v="12" actId="20577"/>
          <ac:spMkLst>
            <pc:docMk/>
            <pc:sldMk cId="1013729392" sldId="701"/>
            <ac:spMk id="28" creationId="{C57C0E5E-8C25-54AE-01B5-128D8CACA672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A2B85-D722-4673-8314-E6AD4D0580D4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76C5F-1757-44D8-A6E5-6886395A16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633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5F470-7CCD-98C0-9344-711ACA35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32E99-5D2F-D4F7-1EDD-F08EB15DA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787EAA-3B18-98A6-2EC9-CBB8D053F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EE6DA-359B-D6DB-CAFE-3B2F4CC36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5D8B6-300B-41BE-9638-5EFABBCA6E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9945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6B151-B437-59B9-D74D-B53A50E50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2BDBDB-B794-D7F5-D0B7-CA5D7B002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9198-6E44-2C18-68E8-676D25CF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FF063-12EB-25E7-69F0-6477E6347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2E175-5355-533D-5690-3D74C9A1C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3136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344A1-73DC-1BF0-4A26-12EDC08C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81345-BD6D-77D2-9077-ED65C7905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FC2C6-C26D-3FA9-6AB8-64203EE1A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6A0E9-2C53-65BB-85CC-CF4F9665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E454B-1E93-658D-B946-B679C297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592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623F5-F3D8-A78B-7322-4A2BE60FF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3045A-BE4B-5CD3-2571-229EBC7E9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A5529-F92A-03FA-46BD-6A1F4CE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90BB4-EA23-32A2-7954-8742FA81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94AFE-1A69-1A28-2B78-DA3236D5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16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66B1-9ED7-2CCE-9653-DD551660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B8E9E-6284-B92A-45CB-CF802D7E3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9085A7-FC71-8D27-159F-B4AA2616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6A987-9AB1-72C9-553F-257E3A0E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74B95-3096-8627-6417-E94F8150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F2772-AD93-12C4-102D-847EEA94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209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C6829-7B0A-319F-ECFB-3C48B4C4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E32F9-C6D9-809D-53AF-C821BB03A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408E1-8FA3-5155-143B-771FBE894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DEEDA-3214-71F2-5FA2-6C59FD8D2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EEAA7E-5558-6F7D-EC04-E376B8543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4F432-7658-A10A-5F73-9EDBD712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70BEBE-4CC7-C4CE-7C52-D99AB7242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2E846-BECA-7217-813D-DB6B1A5C9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1414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BE4E-A736-99D5-235C-EBBA7DD40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FC45E-0755-C4E8-4035-1EDC26CD1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628AB-E7CE-125F-F0DC-C4E180D3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E2B54B-BCBF-0E41-724F-ADCCC970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5356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9331B-596B-A6CD-CD3F-5919A5AF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2297E-3CC6-A2EA-6C00-D7EBE76F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14540-5384-36E5-8A96-04B5D90B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2886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9020-3861-11B6-6051-DF0C9EE8A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0FEED-ABAC-142B-E320-60979E78F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85501-2BF8-13F9-BEAE-0264DE415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3FAFE-A64A-5ACF-1905-AF7C8B7E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197F0-A7A5-2070-1C41-5A5C1277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A5C80F-79EB-1E69-C261-5BB8A231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6882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FBE2-EF5B-7401-690B-C99F91F7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4AC15F-8176-9D40-5F99-EA1D3E6CE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DF430-4563-0543-9ED6-45320D31A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188E2-8419-2EF3-C83E-03F45D76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6AF45-C452-8349-FF63-82938366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82CAC-F144-99B0-BC94-7EC52142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244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D3D9-B2DA-2DB6-4761-E0582A0A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24035-B1D9-EA32-2DA0-6C2C45B19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948D6-B62B-9E52-F270-E0D6CE0A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281DB-DE6A-7300-CA3B-E5F60E21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FDA5-3A41-4F9B-88EE-94E6F0CD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4191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CF9D81-BED9-2E84-72E9-78219E0B4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05DA5-DA40-7A57-A446-BAAA7C285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97530-A6DE-A6DE-2CF3-3F798C724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63DD-E02C-E873-CB74-3B7299EA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F9464-A0F3-9DCF-BEB4-A1A983431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74080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C5610A-16DD-80E2-16B3-71E8EDC8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E6208-10AE-D41B-DDB4-A7AB00D0E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9AEF5-EC05-D2A6-67D3-65C10512FB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3B3C8-25F1-4201-B40C-5812AD79D5C6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5D0E7-6514-27E6-E0B7-A8CFE3424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9A27C-B160-7A1C-8A0D-AA3ECDA69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D8AF5-D372-4AF6-A671-7FEF57E0FC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571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u.mcmaster.ca/scds-workshops" TargetMode="External"/><Relationship Id="rId4" Type="http://schemas.openxmlformats.org/officeDocument/2006/relationships/image" Target="../media/image2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AA2D-D537-20E5-CFEC-5328AE040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0A8415-5801-E1C6-2A2A-982F6C4118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5801" y="1014205"/>
            <a:ext cx="10820398" cy="4886384"/>
          </a:xfrm>
          <a:prstGeom prst="rect">
            <a:avLst/>
          </a:prstGeom>
          <a:solidFill>
            <a:srgbClr val="E3E86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E8668D05-469E-A136-6F0A-2756D366C21D}"/>
              </a:ext>
            </a:extLst>
          </p:cNvPr>
          <p:cNvSpPr>
            <a:spLocks noGrp="1"/>
          </p:cNvSpPr>
          <p:nvPr/>
        </p:nvSpPr>
        <p:spPr>
          <a:xfrm>
            <a:off x="1181330" y="494538"/>
            <a:ext cx="10282395" cy="449464"/>
          </a:xfrm>
          <a:prstGeom prst="rect">
            <a:avLst/>
          </a:prstGeom>
        </p:spPr>
        <p:txBody>
          <a:bodyPr/>
          <a:lstStyle>
            <a:lvl1pPr algn="l" defTabSz="152384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52384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>
                <a:ln>
                  <a:noFill/>
                </a:ln>
                <a:solidFill>
                  <a:srgbClr val="0F0F0F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Fall 2026: Upcoming Workshops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9CB2AD-1ED3-EFFA-BA40-C7D971E8FD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5799" y="1012307"/>
            <a:ext cx="5410199" cy="21809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9566ADED-4684-89DF-939F-8A6185CCFA5A}"/>
              </a:ext>
            </a:extLst>
          </p:cNvPr>
          <p:cNvSpPr>
            <a:spLocks noGrp="1"/>
          </p:cNvSpPr>
          <p:nvPr/>
        </p:nvSpPr>
        <p:spPr>
          <a:xfrm>
            <a:off x="685802" y="6044052"/>
            <a:ext cx="7154916" cy="56477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152384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700" b="0" i="0" u="none" strike="noStrike" kern="1200" cap="none" spc="0" normalizeH="0" baseline="0" noProof="0">
                <a:ln>
                  <a:noFill/>
                </a:ln>
                <a:solidFill>
                  <a:srgbClr val="0F0F0F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Register for Upcoming Workshops: </a:t>
            </a:r>
            <a:r>
              <a:rPr kumimoji="0" lang="en-CA" sz="1700" b="0" i="0" u="none" strike="noStrike" kern="1200" cap="none" spc="0" normalizeH="0" baseline="0" noProof="0">
                <a:ln>
                  <a:noFill/>
                </a:ln>
                <a:solidFill>
                  <a:srgbClr val="0F0F0F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j-lt"/>
                <a:cs typeface="Arial" panose="020B0604020202020204"/>
                <a:hlinkClick r:id="rId3"/>
              </a:rPr>
              <a:t>https://u.mcmaster.ca/scds-workshops</a:t>
            </a:r>
            <a:endParaRPr kumimoji="0" lang="en-CA" sz="1700" b="0" i="0" u="none" strike="noStrike" kern="1200" cap="none" spc="0" normalizeH="0" baseline="0" noProof="0">
              <a:ln>
                <a:noFill/>
              </a:ln>
              <a:solidFill>
                <a:srgbClr val="0F0F0F">
                  <a:lumMod val="75000"/>
                  <a:lumOff val="2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j-lt"/>
              <a:cs typeface="Arial" panose="020B0604020202020204"/>
            </a:endParaRPr>
          </a:p>
        </p:txBody>
      </p:sp>
      <p:grpSp>
        <p:nvGrpSpPr>
          <p:cNvPr id="9" name="Group 8" descr="An icon of a calendar.">
            <a:extLst>
              <a:ext uri="{FF2B5EF4-FFF2-40B4-BE49-F238E27FC236}">
                <a16:creationId xmlns:a16="http://schemas.microsoft.com/office/drawing/2014/main" id="{6062C78B-1A64-A6E4-4E0C-4EFEC307D22C}"/>
              </a:ext>
            </a:extLst>
          </p:cNvPr>
          <p:cNvGrpSpPr/>
          <p:nvPr/>
        </p:nvGrpSpPr>
        <p:grpSpPr>
          <a:xfrm>
            <a:off x="805912" y="476561"/>
            <a:ext cx="375418" cy="403845"/>
            <a:chOff x="6297464" y="7399269"/>
            <a:chExt cx="786730" cy="941993"/>
          </a:xfrm>
          <a:solidFill>
            <a:schemeClr val="tx1"/>
          </a:solidFill>
        </p:grpSpPr>
        <p:sp>
          <p:nvSpPr>
            <p:cNvPr id="10" name="Freeform 256">
              <a:extLst>
                <a:ext uri="{FF2B5EF4-FFF2-40B4-BE49-F238E27FC236}">
                  <a16:creationId xmlns:a16="http://schemas.microsoft.com/office/drawing/2014/main" id="{7B20E94A-C24E-6761-EC4A-5A74A383CFF3}"/>
                </a:ext>
              </a:extLst>
            </p:cNvPr>
            <p:cNvSpPr/>
            <p:nvPr/>
          </p:nvSpPr>
          <p:spPr>
            <a:xfrm>
              <a:off x="6297464" y="7399269"/>
              <a:ext cx="786730" cy="941993"/>
            </a:xfrm>
            <a:custGeom>
              <a:avLst/>
              <a:gdLst>
                <a:gd name="connsiteX0" fmla="*/ 579397 w 786730"/>
                <a:gd name="connsiteY0" fmla="*/ 113607 h 941993"/>
                <a:gd name="connsiteX1" fmla="*/ 579397 w 786730"/>
                <a:gd name="connsiteY1" fmla="*/ 21775 h 941993"/>
                <a:gd name="connsiteX2" fmla="*/ 557622 w 786730"/>
                <a:gd name="connsiteY2" fmla="*/ 0 h 941993"/>
                <a:gd name="connsiteX3" fmla="*/ 535848 w 786730"/>
                <a:gd name="connsiteY3" fmla="*/ 21775 h 941993"/>
                <a:gd name="connsiteX4" fmla="*/ 535848 w 786730"/>
                <a:gd name="connsiteY4" fmla="*/ 113607 h 941993"/>
                <a:gd name="connsiteX5" fmla="*/ 253723 w 786730"/>
                <a:gd name="connsiteY5" fmla="*/ 113607 h 941993"/>
                <a:gd name="connsiteX6" fmla="*/ 253723 w 786730"/>
                <a:gd name="connsiteY6" fmla="*/ 21775 h 941993"/>
                <a:gd name="connsiteX7" fmla="*/ 231948 w 786730"/>
                <a:gd name="connsiteY7" fmla="*/ 0 h 941993"/>
                <a:gd name="connsiteX8" fmla="*/ 210173 w 786730"/>
                <a:gd name="connsiteY8" fmla="*/ 21775 h 941993"/>
                <a:gd name="connsiteX9" fmla="*/ 210173 w 786730"/>
                <a:gd name="connsiteY9" fmla="*/ 113607 h 941993"/>
                <a:gd name="connsiteX10" fmla="*/ 0 w 786730"/>
                <a:gd name="connsiteY10" fmla="*/ 113607 h 941993"/>
                <a:gd name="connsiteX11" fmla="*/ 0 w 786730"/>
                <a:gd name="connsiteY11" fmla="*/ 390998 h 941993"/>
                <a:gd name="connsiteX12" fmla="*/ 0 w 786730"/>
                <a:gd name="connsiteY12" fmla="*/ 941994 h 941993"/>
                <a:gd name="connsiteX13" fmla="*/ 786730 w 786730"/>
                <a:gd name="connsiteY13" fmla="*/ 941994 h 941993"/>
                <a:gd name="connsiteX14" fmla="*/ 786730 w 786730"/>
                <a:gd name="connsiteY14" fmla="*/ 390998 h 941993"/>
                <a:gd name="connsiteX15" fmla="*/ 786730 w 786730"/>
                <a:gd name="connsiteY15" fmla="*/ 113607 h 941993"/>
                <a:gd name="connsiteX16" fmla="*/ 579397 w 786730"/>
                <a:gd name="connsiteY16" fmla="*/ 113607 h 941993"/>
                <a:gd name="connsiteX17" fmla="*/ 43549 w 786730"/>
                <a:gd name="connsiteY17" fmla="*/ 157157 h 941993"/>
                <a:gd name="connsiteX18" fmla="*/ 209227 w 786730"/>
                <a:gd name="connsiteY18" fmla="*/ 157157 h 941993"/>
                <a:gd name="connsiteX19" fmla="*/ 209227 w 786730"/>
                <a:gd name="connsiteY19" fmla="*/ 236682 h 941993"/>
                <a:gd name="connsiteX20" fmla="*/ 231001 w 786730"/>
                <a:gd name="connsiteY20" fmla="*/ 258457 h 941993"/>
                <a:gd name="connsiteX21" fmla="*/ 252776 w 786730"/>
                <a:gd name="connsiteY21" fmla="*/ 236682 h 941993"/>
                <a:gd name="connsiteX22" fmla="*/ 252776 w 786730"/>
                <a:gd name="connsiteY22" fmla="*/ 157157 h 941993"/>
                <a:gd name="connsiteX23" fmla="*/ 534901 w 786730"/>
                <a:gd name="connsiteY23" fmla="*/ 157157 h 941993"/>
                <a:gd name="connsiteX24" fmla="*/ 534901 w 786730"/>
                <a:gd name="connsiteY24" fmla="*/ 236682 h 941993"/>
                <a:gd name="connsiteX25" fmla="*/ 556676 w 786730"/>
                <a:gd name="connsiteY25" fmla="*/ 258457 h 941993"/>
                <a:gd name="connsiteX26" fmla="*/ 578450 w 786730"/>
                <a:gd name="connsiteY26" fmla="*/ 236682 h 941993"/>
                <a:gd name="connsiteX27" fmla="*/ 578450 w 786730"/>
                <a:gd name="connsiteY27" fmla="*/ 157157 h 941993"/>
                <a:gd name="connsiteX28" fmla="*/ 741287 w 786730"/>
                <a:gd name="connsiteY28" fmla="*/ 157157 h 941993"/>
                <a:gd name="connsiteX29" fmla="*/ 741287 w 786730"/>
                <a:gd name="connsiteY29" fmla="*/ 346502 h 941993"/>
                <a:gd name="connsiteX30" fmla="*/ 43549 w 786730"/>
                <a:gd name="connsiteY30" fmla="*/ 346502 h 941993"/>
                <a:gd name="connsiteX31" fmla="*/ 43549 w 786730"/>
                <a:gd name="connsiteY31" fmla="*/ 157157 h 941993"/>
                <a:gd name="connsiteX32" fmla="*/ 742234 w 786730"/>
                <a:gd name="connsiteY32" fmla="*/ 897497 h 941993"/>
                <a:gd name="connsiteX33" fmla="*/ 43549 w 786730"/>
                <a:gd name="connsiteY33" fmla="*/ 897497 h 941993"/>
                <a:gd name="connsiteX34" fmla="*/ 43549 w 786730"/>
                <a:gd name="connsiteY34" fmla="*/ 390998 h 941993"/>
                <a:gd name="connsiteX35" fmla="*/ 742234 w 786730"/>
                <a:gd name="connsiteY35" fmla="*/ 390998 h 941993"/>
                <a:gd name="connsiteX36" fmla="*/ 742234 w 786730"/>
                <a:gd name="connsiteY36" fmla="*/ 897497 h 94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86730" h="941993">
                  <a:moveTo>
                    <a:pt x="579397" y="113607"/>
                  </a:moveTo>
                  <a:lnTo>
                    <a:pt x="579397" y="21775"/>
                  </a:lnTo>
                  <a:cubicBezTo>
                    <a:pt x="579397" y="9467"/>
                    <a:pt x="569930" y="0"/>
                    <a:pt x="557622" y="0"/>
                  </a:cubicBezTo>
                  <a:cubicBezTo>
                    <a:pt x="545315" y="0"/>
                    <a:pt x="535848" y="9467"/>
                    <a:pt x="535848" y="21775"/>
                  </a:cubicBezTo>
                  <a:lnTo>
                    <a:pt x="535848" y="113607"/>
                  </a:lnTo>
                  <a:lnTo>
                    <a:pt x="253723" y="113607"/>
                  </a:lnTo>
                  <a:lnTo>
                    <a:pt x="253723" y="21775"/>
                  </a:lnTo>
                  <a:cubicBezTo>
                    <a:pt x="253723" y="9467"/>
                    <a:pt x="244256" y="0"/>
                    <a:pt x="231948" y="0"/>
                  </a:cubicBezTo>
                  <a:cubicBezTo>
                    <a:pt x="219641" y="0"/>
                    <a:pt x="210173" y="9467"/>
                    <a:pt x="210173" y="21775"/>
                  </a:cubicBezTo>
                  <a:lnTo>
                    <a:pt x="210173" y="113607"/>
                  </a:lnTo>
                  <a:lnTo>
                    <a:pt x="0" y="113607"/>
                  </a:lnTo>
                  <a:lnTo>
                    <a:pt x="0" y="390998"/>
                  </a:lnTo>
                  <a:lnTo>
                    <a:pt x="0" y="941994"/>
                  </a:lnTo>
                  <a:lnTo>
                    <a:pt x="786730" y="941994"/>
                  </a:lnTo>
                  <a:lnTo>
                    <a:pt x="786730" y="390998"/>
                  </a:lnTo>
                  <a:lnTo>
                    <a:pt x="786730" y="113607"/>
                  </a:lnTo>
                  <a:lnTo>
                    <a:pt x="579397" y="113607"/>
                  </a:lnTo>
                  <a:close/>
                  <a:moveTo>
                    <a:pt x="43549" y="157157"/>
                  </a:moveTo>
                  <a:lnTo>
                    <a:pt x="209227" y="157157"/>
                  </a:lnTo>
                  <a:lnTo>
                    <a:pt x="209227" y="236682"/>
                  </a:lnTo>
                  <a:cubicBezTo>
                    <a:pt x="209227" y="248989"/>
                    <a:pt x="218694" y="258457"/>
                    <a:pt x="231001" y="258457"/>
                  </a:cubicBezTo>
                  <a:cubicBezTo>
                    <a:pt x="243309" y="258457"/>
                    <a:pt x="252776" y="248989"/>
                    <a:pt x="252776" y="236682"/>
                  </a:cubicBezTo>
                  <a:lnTo>
                    <a:pt x="252776" y="157157"/>
                  </a:lnTo>
                  <a:lnTo>
                    <a:pt x="534901" y="157157"/>
                  </a:lnTo>
                  <a:lnTo>
                    <a:pt x="534901" y="236682"/>
                  </a:lnTo>
                  <a:cubicBezTo>
                    <a:pt x="534901" y="248989"/>
                    <a:pt x="544368" y="258457"/>
                    <a:pt x="556676" y="258457"/>
                  </a:cubicBezTo>
                  <a:cubicBezTo>
                    <a:pt x="568983" y="258457"/>
                    <a:pt x="578450" y="248989"/>
                    <a:pt x="578450" y="236682"/>
                  </a:cubicBezTo>
                  <a:lnTo>
                    <a:pt x="578450" y="157157"/>
                  </a:lnTo>
                  <a:lnTo>
                    <a:pt x="741287" y="157157"/>
                  </a:lnTo>
                  <a:lnTo>
                    <a:pt x="741287" y="346502"/>
                  </a:lnTo>
                  <a:lnTo>
                    <a:pt x="43549" y="346502"/>
                  </a:lnTo>
                  <a:lnTo>
                    <a:pt x="43549" y="157157"/>
                  </a:lnTo>
                  <a:close/>
                  <a:moveTo>
                    <a:pt x="742234" y="897497"/>
                  </a:moveTo>
                  <a:lnTo>
                    <a:pt x="43549" y="897497"/>
                  </a:lnTo>
                  <a:lnTo>
                    <a:pt x="43549" y="390998"/>
                  </a:lnTo>
                  <a:lnTo>
                    <a:pt x="742234" y="390998"/>
                  </a:lnTo>
                  <a:lnTo>
                    <a:pt x="742234" y="897497"/>
                  </a:lnTo>
                  <a:close/>
                </a:path>
              </a:pathLst>
            </a:custGeom>
            <a:grpFill/>
            <a:ln w="94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8F158A-C92D-BBFE-3FCF-7A9FBF44919E}"/>
                </a:ext>
              </a:extLst>
            </p:cNvPr>
            <p:cNvGrpSpPr/>
            <p:nvPr/>
          </p:nvGrpSpPr>
          <p:grpSpPr>
            <a:xfrm>
              <a:off x="6439473" y="7882100"/>
              <a:ext cx="498925" cy="289698"/>
              <a:chOff x="6439473" y="7882100"/>
              <a:chExt cx="498925" cy="289698"/>
            </a:xfrm>
            <a:grpFill/>
          </p:grpSpPr>
          <p:sp>
            <p:nvSpPr>
              <p:cNvPr id="16" name="Freeform 257">
                <a:extLst>
                  <a:ext uri="{FF2B5EF4-FFF2-40B4-BE49-F238E27FC236}">
                    <a16:creationId xmlns:a16="http://schemas.microsoft.com/office/drawing/2014/main" id="{7375C324-07E3-EE32-A6C9-3ED27A45CE03}"/>
                  </a:ext>
                </a:extLst>
              </p:cNvPr>
              <p:cNvSpPr/>
              <p:nvPr/>
            </p:nvSpPr>
            <p:spPr>
              <a:xfrm>
                <a:off x="6439473" y="7882100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71005" y="0"/>
                      <a:pt x="88992" y="1798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Freeform 258">
                <a:extLst>
                  <a:ext uri="{FF2B5EF4-FFF2-40B4-BE49-F238E27FC236}">
                    <a16:creationId xmlns:a16="http://schemas.microsoft.com/office/drawing/2014/main" id="{AEC06F91-08A8-AC8A-8DFD-2BBB67690A07}"/>
                  </a:ext>
                </a:extLst>
              </p:cNvPr>
              <p:cNvSpPr/>
              <p:nvPr/>
            </p:nvSpPr>
            <p:spPr>
              <a:xfrm>
                <a:off x="6849406" y="7882100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71005" y="0"/>
                      <a:pt x="88992" y="1798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Freeform 259">
                <a:extLst>
                  <a:ext uri="{FF2B5EF4-FFF2-40B4-BE49-F238E27FC236}">
                    <a16:creationId xmlns:a16="http://schemas.microsoft.com/office/drawing/2014/main" id="{F412E751-DBC0-8B6E-D0D7-B3E10AFF4202}"/>
                  </a:ext>
                </a:extLst>
              </p:cNvPr>
              <p:cNvSpPr/>
              <p:nvPr/>
            </p:nvSpPr>
            <p:spPr>
              <a:xfrm>
                <a:off x="6645860" y="7882100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68164" y="0"/>
                      <a:pt x="88992" y="1798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Freeform 260">
                <a:extLst>
                  <a:ext uri="{FF2B5EF4-FFF2-40B4-BE49-F238E27FC236}">
                    <a16:creationId xmlns:a16="http://schemas.microsoft.com/office/drawing/2014/main" id="{4E1BA307-FBEC-1FE9-DFA6-1F3526AFD90D}"/>
                  </a:ext>
                </a:extLst>
              </p:cNvPr>
              <p:cNvSpPr/>
              <p:nvPr/>
            </p:nvSpPr>
            <p:spPr>
              <a:xfrm>
                <a:off x="6439473" y="8082806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71005" y="0"/>
                      <a:pt x="88992" y="2082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Freeform 261">
                <a:extLst>
                  <a:ext uri="{FF2B5EF4-FFF2-40B4-BE49-F238E27FC236}">
                    <a16:creationId xmlns:a16="http://schemas.microsoft.com/office/drawing/2014/main" id="{0BDDD83D-AE6E-60AD-929C-8D1F735D6C87}"/>
                  </a:ext>
                </a:extLst>
              </p:cNvPr>
              <p:cNvSpPr/>
              <p:nvPr/>
            </p:nvSpPr>
            <p:spPr>
              <a:xfrm>
                <a:off x="6849406" y="8082806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71005" y="0"/>
                      <a:pt x="88992" y="2082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Freeform 262">
                <a:extLst>
                  <a:ext uri="{FF2B5EF4-FFF2-40B4-BE49-F238E27FC236}">
                    <a16:creationId xmlns:a16="http://schemas.microsoft.com/office/drawing/2014/main" id="{750EC8C6-63B7-4B5C-DC13-3206E5449252}"/>
                  </a:ext>
                </a:extLst>
              </p:cNvPr>
              <p:cNvSpPr/>
              <p:nvPr/>
            </p:nvSpPr>
            <p:spPr>
              <a:xfrm>
                <a:off x="6645860" y="8082806"/>
                <a:ext cx="88992" cy="88992"/>
              </a:xfrm>
              <a:custGeom>
                <a:avLst/>
                <a:gdLst>
                  <a:gd name="connsiteX0" fmla="*/ 88992 w 88992"/>
                  <a:gd name="connsiteY0" fmla="*/ 44496 h 88992"/>
                  <a:gd name="connsiteX1" fmla="*/ 44496 w 88992"/>
                  <a:gd name="connsiteY1" fmla="*/ 88992 h 88992"/>
                  <a:gd name="connsiteX2" fmla="*/ 0 w 88992"/>
                  <a:gd name="connsiteY2" fmla="*/ 44496 h 88992"/>
                  <a:gd name="connsiteX3" fmla="*/ 44496 w 88992"/>
                  <a:gd name="connsiteY3" fmla="*/ 0 h 88992"/>
                  <a:gd name="connsiteX4" fmla="*/ 88992 w 88992"/>
                  <a:gd name="connsiteY4" fmla="*/ 44496 h 88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992" h="88992">
                    <a:moveTo>
                      <a:pt x="88992" y="44496"/>
                    </a:moveTo>
                    <a:cubicBezTo>
                      <a:pt x="88992" y="68164"/>
                      <a:pt x="68164" y="88992"/>
                      <a:pt x="44496" y="88992"/>
                    </a:cubicBezTo>
                    <a:cubicBezTo>
                      <a:pt x="20828" y="88992"/>
                      <a:pt x="0" y="68164"/>
                      <a:pt x="0" y="44496"/>
                    </a:cubicBezTo>
                    <a:cubicBezTo>
                      <a:pt x="0" y="20828"/>
                      <a:pt x="20828" y="0"/>
                      <a:pt x="44496" y="0"/>
                    </a:cubicBezTo>
                    <a:cubicBezTo>
                      <a:pt x="68164" y="0"/>
                      <a:pt x="88992" y="20828"/>
                      <a:pt x="88992" y="44496"/>
                    </a:cubicBezTo>
                  </a:path>
                </a:pathLst>
              </a:custGeom>
              <a:grpFill/>
              <a:ln w="9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75EDDE2-5EDD-4474-7A1A-F6C4EC45C9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5996" y="1014206"/>
            <a:ext cx="5410199" cy="21790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954B97-911D-CE74-CF61-93D93A898D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5992" y="3193299"/>
            <a:ext cx="5410199" cy="27091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82D2DBD9-E3FE-1E7F-637B-691A78D9659F}"/>
              </a:ext>
            </a:extLst>
          </p:cNvPr>
          <p:cNvSpPr>
            <a:spLocks noGrp="1"/>
          </p:cNvSpPr>
          <p:nvPr/>
        </p:nvSpPr>
        <p:spPr>
          <a:xfrm>
            <a:off x="852996" y="1178046"/>
            <a:ext cx="5179849" cy="1621429"/>
          </a:xfrm>
          <a:prstGeom prst="rect">
            <a:avLst/>
          </a:prstGeom>
        </p:spPr>
        <p:txBody>
          <a:bodyPr anchor="t"/>
          <a:lstStyle>
            <a:lvl1pPr marL="0" indent="0" algn="l" defTabSz="1523848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None/>
              <a:defRPr sz="54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61924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48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5771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695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09619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71543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33467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5390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Data Analysis Support Hub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03E8453B-AE49-0255-8092-48D1DB716374}"/>
              </a:ext>
            </a:extLst>
          </p:cNvPr>
          <p:cNvSpPr>
            <a:spLocks noGrp="1"/>
          </p:cNvSpPr>
          <p:nvPr/>
        </p:nvSpPr>
        <p:spPr>
          <a:xfrm>
            <a:off x="6322527" y="3363179"/>
            <a:ext cx="4914293" cy="2291142"/>
          </a:xfrm>
          <a:prstGeom prst="rect">
            <a:avLst/>
          </a:prstGeom>
        </p:spPr>
        <p:txBody>
          <a:bodyPr anchor="t"/>
          <a:lstStyle>
            <a:lvl1pPr marL="0" indent="0" algn="l" defTabSz="1523848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None/>
              <a:defRPr sz="54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61924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48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5771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695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09619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71543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33467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5390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Do More with Digital Scholarship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7B6E518-6780-5F30-B8FF-AD36DC3EC8F9}"/>
              </a:ext>
            </a:extLst>
          </p:cNvPr>
          <p:cNvSpPr>
            <a:spLocks noGrp="1"/>
          </p:cNvSpPr>
          <p:nvPr/>
        </p:nvSpPr>
        <p:spPr>
          <a:xfrm>
            <a:off x="889000" y="3341760"/>
            <a:ext cx="4899053" cy="2352102"/>
          </a:xfrm>
          <a:prstGeom prst="rect">
            <a:avLst/>
          </a:prstGeom>
        </p:spPr>
        <p:txBody>
          <a:bodyPr anchor="t"/>
          <a:lstStyle>
            <a:lvl1pPr marL="0" indent="0" algn="l" defTabSz="1523848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None/>
              <a:defRPr sz="54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61924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48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5771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695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09619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71543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33467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5390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F0F0F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Research Data Management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F0F0F">
                  <a:lumMod val="90000"/>
                  <a:lumOff val="10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0F0F0F"/>
                </a:solidFill>
                <a:latin typeface="Aptos" panose="020B0004020202020204" pitchFamily="34" charset="0"/>
              </a:rPr>
              <a:t>September 24: </a:t>
            </a:r>
            <a:r>
              <a:rPr lang="en-US" sz="1600" dirty="0" b="0">
                <a:solidFill>
                  <a:srgbClr val="0F0F0F"/>
                </a:solidFill>
                <a:latin typeface="Aptos" panose="020B0004020202020204" pitchFamily="34" charset="0"/>
              </a:rPr>
              <a:t>Responsible Research Assessment (Research Practice Exchange)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0F0F0F"/>
                </a:solidFill>
                <a:latin typeface="Aptos" panose="020B0004020202020204" pitchFamily="34" charset="0"/>
              </a:rPr>
              <a:t>October 29: </a:t>
            </a:r>
            <a:r>
              <a:rPr lang="en-US" sz="1600" dirty="0" b="0">
                <a:solidFill>
                  <a:srgbClr val="0F0F0F"/>
                </a:solidFill>
                <a:latin typeface="Aptos" panose="020B0004020202020204" pitchFamily="34" charset="0"/>
              </a:rPr>
              <a:t>Data Horror Stories (Research Practice Exchange)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C57C0E5E-8C25-54AE-01B5-128D8CACA672}"/>
              </a:ext>
            </a:extLst>
          </p:cNvPr>
          <p:cNvSpPr>
            <a:spLocks noGrp="1"/>
          </p:cNvSpPr>
          <p:nvPr/>
        </p:nvSpPr>
        <p:spPr>
          <a:xfrm>
            <a:off x="6263193" y="1174560"/>
            <a:ext cx="4920644" cy="1621429"/>
          </a:xfrm>
          <a:prstGeom prst="rect">
            <a:avLst/>
          </a:prstGeom>
        </p:spPr>
        <p:txBody>
          <a:bodyPr anchor="t"/>
          <a:lstStyle>
            <a:lvl1pPr marL="0" indent="0" algn="l" defTabSz="1523848" rtl="0" eaLnBrk="1" latinLnBrk="0" hangingPunct="1">
              <a:lnSpc>
                <a:spcPct val="90000"/>
              </a:lnSpc>
              <a:spcBef>
                <a:spcPts val="1667"/>
              </a:spcBef>
              <a:buFont typeface="Arial" panose="020B0604020202020204" pitchFamily="34" charset="0"/>
              <a:buNone/>
              <a:defRPr sz="54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61924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848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5771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695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09619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571543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33467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95390" indent="0" algn="ctr" defTabSz="1523848" rtl="0" eaLnBrk="1" latinLnBrk="0" hangingPunct="1">
              <a:lnSpc>
                <a:spcPct val="90000"/>
              </a:lnSpc>
              <a:spcBef>
                <a:spcPts val="833"/>
              </a:spcBef>
              <a:buFont typeface="Arial" panose="020B0604020202020204" pitchFamily="34" charset="0"/>
              <a:buNone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523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F0F0F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Digital Research</a:t>
            </a:r>
          </a:p>
        </p:txBody>
      </p:sp>
      <p:pic>
        <p:nvPicPr>
          <p:cNvPr id="4" name="Picture 3" descr="A qr code with dots&#10;&#10;AI-generated content may be incorrect.">
            <a:extLst>
              <a:ext uri="{FF2B5EF4-FFF2-40B4-BE49-F238E27FC236}">
                <a16:creationId xmlns:a16="http://schemas.microsoft.com/office/drawing/2014/main" id="{7952AF23-791F-4616-BCAB-FA4430870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516" y="4373957"/>
            <a:ext cx="2470484" cy="2470484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935A648-EC15-5D14-4E8D-FDD9A568454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7840718" y="5569002"/>
            <a:ext cx="1880797" cy="7574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B1EC01-9EC4-1CDD-9DFE-49DF67FA860C}"/>
              </a:ext>
            </a:extLst>
          </p:cNvPr>
          <p:cNvSpPr txBox="1"/>
          <p:nvPr/>
        </p:nvSpPr>
        <p:spPr>
          <a:xfrm>
            <a:off x="6322519" y="3725075"/>
            <a:ext cx="314653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01372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842da2a-29f9-46a8-95a1-1e7813d5f154" xsi:nil="true"/>
    <lcf76f155ced4ddcb4097134ff3c332f xmlns="4a227d49-acc8-45f3-a49c-e562db478c0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A65B0DBE43454895854D799AB134BE" ma:contentTypeVersion="19" ma:contentTypeDescription="Create a new document." ma:contentTypeScope="" ma:versionID="ff9e91d0820aac88d42ad99e06ebf2e6">
  <xsd:schema xmlns:xsd="http://www.w3.org/2001/XMLSchema" xmlns:xs="http://www.w3.org/2001/XMLSchema" xmlns:p="http://schemas.microsoft.com/office/2006/metadata/properties" xmlns:ns2="4a227d49-acc8-45f3-a49c-e562db478c04" xmlns:ns3="4842da2a-29f9-46a8-95a1-1e7813d5f154" targetNamespace="http://schemas.microsoft.com/office/2006/metadata/properties" ma:root="true" ma:fieldsID="78e58302035cad1d00d1aa5382bbf63a" ns2:_="" ns3:_="">
    <xsd:import namespace="4a227d49-acc8-45f3-a49c-e562db478c04"/>
    <xsd:import namespace="4842da2a-29f9-46a8-95a1-1e7813d5f1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227d49-acc8-45f3-a49c-e562db478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073764d-e844-48d8-8cbc-d63b9d9528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2da2a-29f9-46a8-95a1-1e7813d5f15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309134a-b8e6-40e2-8eb9-172ebc66cdd7}" ma:internalName="TaxCatchAll" ma:showField="CatchAllData" ma:web="4842da2a-29f9-46a8-95a1-1e7813d5f1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58A332-C0D4-443B-915A-DCC3855EC4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EDDCBC-432D-4F53-A678-E7EFA4AE544A}">
  <ds:schemaRefs>
    <ds:schemaRef ds:uri="http://schemas.microsoft.com/office/2006/metadata/properties"/>
    <ds:schemaRef ds:uri="http://schemas.microsoft.com/office/infopath/2007/PartnerControls"/>
    <ds:schemaRef ds:uri="4842da2a-29f9-46a8-95a1-1e7813d5f154"/>
    <ds:schemaRef ds:uri="4a227d49-acc8-45f3-a49c-e562db478c04"/>
  </ds:schemaRefs>
</ds:datastoreItem>
</file>

<file path=customXml/itemProps3.xml><?xml version="1.0" encoding="utf-8"?>
<ds:datastoreItem xmlns:ds="http://schemas.openxmlformats.org/officeDocument/2006/customXml" ds:itemID="{13D578E2-0CA6-4BDA-969F-95112AF5D6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227d49-acc8-45f3-a49c-e562db478c04"/>
    <ds:schemaRef ds:uri="4842da2a-29f9-46a8-95a1-1e7813d5f1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248</Words>
  <Application>Microsoft Office PowerPoint</Application>
  <PresentationFormat>Widescreen</PresentationFormat>
  <Paragraphs>34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 Pratt</dc:creator>
  <cp:lastModifiedBy>Isaac  Pratt</cp:lastModifiedBy>
  <cp:revision>1</cp:revision>
  <dcterms:created xsi:type="dcterms:W3CDTF">2026-03-10T15:07:37Z</dcterms:created>
  <dcterms:modified xsi:type="dcterms:W3CDTF">2026-03-10T15:14:56Z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0x01010004A65B0DBE43454895854D799AB134BE</vt:lpwstr>
  </property>
  <property fmtid="{D5CDD505-2E9C-101B-9397-08002B2CF9AE}" pid="3" name="MediaServiceImageTags">
    <vt:lpwstr/>
  </property>
</Properties>
</file>